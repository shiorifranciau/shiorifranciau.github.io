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9" d="100"/>
          <a:sy n="89" d="100"/>
        </p:scale>
        <p:origin x="6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F25C1-0400-491B-BFC7-99D8AE49ED5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4ADDA5-9724-47E1-94FD-5BC0F29A28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83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ADDA5-9724-47E1-94FD-5BC0F29A28F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695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6D19EC-6E4B-BA70-76CC-A80EF0C51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E7F9A8E-C87B-88BD-0AA5-4ACBCAADE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54E22C-681B-65BF-340F-55239CF63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0E3121-09D5-63F9-2843-11F1BD896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D1F647-1CFB-C731-B722-ACC8524F7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863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78D9CE-8800-8771-A7A0-728DD27CF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BA4C00-1A89-9019-231D-949EE326C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B29D78-040D-B105-639F-E7466D1F4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85AB08-0AB2-FF42-3304-F5AE0DE7A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9550E9-881B-709B-044F-47A557512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608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AAD85D-8287-E0C6-6BEB-60D2BDC5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F94622-FB6F-4DDA-A9CC-CD2A62D3C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32D92E-72B2-43A8-703F-59E742FFB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9C74FE-2E17-6A8D-9786-9878E419B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EFFFBD-F305-6C71-1163-B64C80C26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210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F5E6E-996B-9DAD-2618-E64FFB897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D1BECC-52C3-B90B-14F2-F17EE587A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64CC58-C7CF-8A26-ECD4-5F8CA8BFB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0B2365-C12F-DE55-A6B5-860A89D91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4B1592-C888-0D13-7C65-4FFCA985C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9334D6-4B23-D54E-194D-BB6B41A0A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84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99B25-4242-15A0-D5E1-1FDDCC929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FFB737-EB92-9B54-C054-0455E278D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912838-3F29-4018-9BA8-74026B20B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3FE456-91E8-5F31-90CB-EEDAE71096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B5A852-8A5E-A43C-DD3B-4AA0B4388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E6FD9B6-FF31-AB1F-836D-11C446D0F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CB1630-8F92-1A14-F1A0-4A2CD0DC2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EDDA03-26A6-7C14-E07B-D5426B49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449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0A49E-89C9-5914-A2DA-1B7D55A8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806394-62D3-60F6-FC4A-C0F0D593C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E4FB6B3-F3AF-6438-2A21-26B6FAE5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2450DF-A20C-9ACD-9E96-4B34F2A7B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16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10DC24E-3F07-CC61-30E4-63EB534FF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F2B868-EB43-129D-B5A6-F849A77B3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DC66AD-37E3-6AD2-9760-28939155D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37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89E550-27FB-1682-FEC5-CCFBE12E3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6DE287-E175-CD33-DFBE-7E67AFE8C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1E8153-0D8B-419C-BAC2-9BB529DC9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F46C7F-87A5-6B7C-872A-29D6A85AA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0ECA16-4BE2-5ECE-78C3-1C92B6ADD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FEDD61-5204-B88B-7DE2-0767E178D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80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D845AA-C2CC-00C4-ACCD-B2749760B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BC96423-2CFB-A1A3-F247-2FBB8190811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85CB8A-55B3-BF79-97B5-E06A7595D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FCDA44-DCA7-E693-945D-3F56D5707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D1CA67-1364-0C4B-7047-999EB265C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9FDA20-F8AA-BCD3-7FAD-FF9B94D56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302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D4009-A0D4-A3F3-9957-3782C1EA3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969D4B-DB25-47C2-B288-FF97F755A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28237-E63A-D7F7-76AF-B35BAABF3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07A0B0-DE67-F8B1-0F64-5B31DEAF0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0C6B75-B960-C3A2-D4A3-2A6E6EADE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703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24A5F3-8607-0A95-ED54-A49758DA30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5B6A75-C8DE-4E64-DA28-F827CF391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81ED1B-0FEF-CA76-71E1-1366C2EFE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AE68A0-D54A-F650-C8F4-B78A51D85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176B10-E054-ABDD-7B48-CB55A6C9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591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01AC53-CBDC-11EA-03FB-DE36091DF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BE4666-0D54-F51A-3E65-0ABE3EEB5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1B9751-43A5-793D-D83D-4D68376120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CC52F1-251D-4BC4-8249-C2095CF76BB3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93D990-7DF6-0202-77AB-CA939C783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705DD1-C9D0-9120-E079-0894587CC7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950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A069877-78D2-ED1F-5A95-0B37210760CC}"/>
              </a:ext>
            </a:extLst>
          </p:cNvPr>
          <p:cNvSpPr txBox="1"/>
          <p:nvPr/>
        </p:nvSpPr>
        <p:spPr>
          <a:xfrm>
            <a:off x="5182929" y="284422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开题报告</a:t>
            </a:r>
            <a:endParaRPr lang="en-US" altLang="zh-CN" sz="3200" dirty="0">
              <a:latin typeface="思源宋体 SemiBold" panose="02020600000000000000" pitchFamily="18" charset="-122"/>
              <a:ea typeface="思源宋体 SemiBold" panose="020206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1884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F9320-0F1D-BA8A-B17F-57A824E6F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9DDA6C9-AB57-F5F2-DC1C-20FB76CD97D9}"/>
              </a:ext>
            </a:extLst>
          </p:cNvPr>
          <p:cNvSpPr txBox="1"/>
          <p:nvPr/>
        </p:nvSpPr>
        <p:spPr>
          <a:xfrm>
            <a:off x="3478937" y="2967335"/>
            <a:ext cx="5234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1986—2024</a:t>
            </a:r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年孙悟空音乐形象的变奏</a:t>
            </a:r>
            <a:endParaRPr lang="en-US" altLang="zh-CN" sz="2400" dirty="0">
              <a:latin typeface="思源宋体 SemiBold" panose="02020600000000000000" pitchFamily="18" charset="-122"/>
              <a:ea typeface="思源宋体 SemiBold" panose="02020600000000000000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2166FAB-5024-9812-138B-89AE4AC0CAE2}"/>
              </a:ext>
            </a:extLst>
          </p:cNvPr>
          <p:cNvSpPr txBox="1"/>
          <p:nvPr/>
        </p:nvSpPr>
        <p:spPr>
          <a:xfrm>
            <a:off x="3150321" y="3439740"/>
            <a:ext cx="58913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——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以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西游记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配乐、戴荃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悟空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与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黑神话：悟空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为例</a:t>
            </a:r>
          </a:p>
        </p:txBody>
      </p:sp>
    </p:spTree>
    <p:extLst>
      <p:ext uri="{BB962C8B-B14F-4D97-AF65-F5344CB8AC3E}">
        <p14:creationId xmlns:p14="http://schemas.microsoft.com/office/powerpoint/2010/main" val="1541974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5855A-1B35-B776-6440-13E83560B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81203E0-F340-4EC2-FDCB-CF04CC33C3CD}"/>
              </a:ext>
            </a:extLst>
          </p:cNvPr>
          <p:cNvSpPr txBox="1"/>
          <p:nvPr/>
        </p:nvSpPr>
        <p:spPr>
          <a:xfrm>
            <a:off x="6096000" y="2902172"/>
            <a:ext cx="4544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云宫迅音</a:t>
            </a:r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（</a:t>
            </a:r>
            <a:r>
              <a:rPr lang="en-US" altLang="zh-CN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1986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版</a:t>
            </a:r>
            <a:r>
              <a:rPr lang="en-US" altLang="zh-CN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西游记</a:t>
            </a:r>
            <a:r>
              <a:rPr lang="en-US" altLang="zh-CN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序曲）</a:t>
            </a:r>
            <a:endParaRPr lang="zh-CN" altLang="en-US" sz="2400" dirty="0">
              <a:latin typeface="思源宋体 SemiBold" panose="02020600000000000000" pitchFamily="18" charset="-122"/>
              <a:ea typeface="思源宋体 SemiBold" panose="020206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E44050-5C99-4315-8B76-895387656E74}"/>
              </a:ext>
            </a:extLst>
          </p:cNvPr>
          <p:cNvSpPr txBox="1"/>
          <p:nvPr/>
        </p:nvSpPr>
        <p:spPr>
          <a:xfrm>
            <a:off x="6417256" y="3514230"/>
            <a:ext cx="3012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许镜清，</a:t>
            </a:r>
            <a:r>
              <a:rPr lang="en-US" altLang="zh-CN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1986</a:t>
            </a:r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，电视剧配乐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685559-78D1-9197-FEF4-B0C2AD6A1932}"/>
              </a:ext>
            </a:extLst>
          </p:cNvPr>
          <p:cNvSpPr txBox="1"/>
          <p:nvPr/>
        </p:nvSpPr>
        <p:spPr>
          <a:xfrm>
            <a:off x="2350294" y="290217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研究对象</a:t>
            </a:r>
          </a:p>
        </p:txBody>
      </p:sp>
    </p:spTree>
    <p:extLst>
      <p:ext uri="{BB962C8B-B14F-4D97-AF65-F5344CB8AC3E}">
        <p14:creationId xmlns:p14="http://schemas.microsoft.com/office/powerpoint/2010/main" val="3373194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76D2C-1343-AE51-A80F-949B9EE59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389CC62-53B5-043A-D277-74E44DEFFBC3}"/>
              </a:ext>
            </a:extLst>
          </p:cNvPr>
          <p:cNvSpPr txBox="1"/>
          <p:nvPr/>
        </p:nvSpPr>
        <p:spPr>
          <a:xfrm>
            <a:off x="6096000" y="1959197"/>
            <a:ext cx="4544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云宫迅音</a:t>
            </a:r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（</a:t>
            </a:r>
            <a:r>
              <a:rPr lang="en-US" altLang="zh-CN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1986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版</a:t>
            </a:r>
            <a:r>
              <a:rPr lang="en-US" altLang="zh-CN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西游记</a:t>
            </a:r>
            <a:r>
              <a:rPr lang="en-US" altLang="zh-CN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序曲）</a:t>
            </a:r>
            <a:endParaRPr lang="zh-CN" altLang="en-US" sz="2400" dirty="0">
              <a:latin typeface="思源宋体 SemiBold" panose="02020600000000000000" pitchFamily="18" charset="-122"/>
              <a:ea typeface="思源宋体 SemiBold" panose="020206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967ED8-4916-1646-EE26-C4215741CE35}"/>
              </a:ext>
            </a:extLst>
          </p:cNvPr>
          <p:cNvSpPr txBox="1"/>
          <p:nvPr/>
        </p:nvSpPr>
        <p:spPr>
          <a:xfrm>
            <a:off x="6417256" y="2571255"/>
            <a:ext cx="3012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许镜清，</a:t>
            </a:r>
            <a:r>
              <a:rPr lang="en-US" altLang="zh-CN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1986</a:t>
            </a:r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，电视剧配乐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EB9A2F-F544-700A-9B58-26C206697848}"/>
              </a:ext>
            </a:extLst>
          </p:cNvPr>
          <p:cNvSpPr txBox="1"/>
          <p:nvPr/>
        </p:nvSpPr>
        <p:spPr>
          <a:xfrm>
            <a:off x="2350294" y="290217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研究对象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34E23BD-B49F-74F1-034E-CBE2E47AD9FD}"/>
              </a:ext>
            </a:extLst>
          </p:cNvPr>
          <p:cNvSpPr txBox="1"/>
          <p:nvPr/>
        </p:nvSpPr>
        <p:spPr>
          <a:xfrm>
            <a:off x="6096000" y="347226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悟空</a:t>
            </a:r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endParaRPr lang="zh-CN" altLang="en-US" sz="2400" dirty="0">
              <a:latin typeface="思源宋体 SemiBold" panose="02020600000000000000" pitchFamily="18" charset="-122"/>
              <a:ea typeface="思源宋体 SemiBold" panose="02020600000000000000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29A0FC-85B8-C684-ABE3-486E988FCB42}"/>
              </a:ext>
            </a:extLst>
          </p:cNvPr>
          <p:cNvSpPr txBox="1"/>
          <p:nvPr/>
        </p:nvSpPr>
        <p:spPr>
          <a:xfrm>
            <a:off x="6417256" y="4084327"/>
            <a:ext cx="2550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戴荃，</a:t>
            </a:r>
            <a:r>
              <a:rPr lang="en-US" altLang="zh-CN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2015</a:t>
            </a:r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，流行音乐</a:t>
            </a:r>
          </a:p>
        </p:txBody>
      </p:sp>
    </p:spTree>
    <p:extLst>
      <p:ext uri="{BB962C8B-B14F-4D97-AF65-F5344CB8AC3E}">
        <p14:creationId xmlns:p14="http://schemas.microsoft.com/office/powerpoint/2010/main" val="13376295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6E556-5F3A-0EDF-12DD-D88FB5431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0E7ADE-F14D-B5D8-E5BF-8B1FFFC67FF1}"/>
              </a:ext>
            </a:extLst>
          </p:cNvPr>
          <p:cNvSpPr txBox="1"/>
          <p:nvPr/>
        </p:nvSpPr>
        <p:spPr>
          <a:xfrm>
            <a:off x="6096000" y="1497127"/>
            <a:ext cx="4544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云宫迅音</a:t>
            </a:r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（</a:t>
            </a:r>
            <a:r>
              <a:rPr lang="en-US" altLang="zh-CN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1986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版</a:t>
            </a:r>
            <a:r>
              <a:rPr lang="en-US" altLang="zh-CN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西游记</a:t>
            </a:r>
            <a:r>
              <a:rPr lang="en-US" altLang="zh-CN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序曲）</a:t>
            </a:r>
            <a:endParaRPr lang="zh-CN" altLang="en-US" sz="2400" dirty="0">
              <a:latin typeface="思源宋体 SemiBold" panose="02020600000000000000" pitchFamily="18" charset="-122"/>
              <a:ea typeface="思源宋体 SemiBold" panose="020206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208272-9003-05FA-7D0C-0E2D2A6C5565}"/>
              </a:ext>
            </a:extLst>
          </p:cNvPr>
          <p:cNvSpPr txBox="1"/>
          <p:nvPr/>
        </p:nvSpPr>
        <p:spPr>
          <a:xfrm>
            <a:off x="6417256" y="2109185"/>
            <a:ext cx="3012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许镜清，</a:t>
            </a:r>
            <a:r>
              <a:rPr lang="en-US" altLang="zh-CN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1986</a:t>
            </a:r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，电视剧配乐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D5FC0B-B86E-02BB-DE9C-DF1AA272EDF2}"/>
              </a:ext>
            </a:extLst>
          </p:cNvPr>
          <p:cNvSpPr txBox="1"/>
          <p:nvPr/>
        </p:nvSpPr>
        <p:spPr>
          <a:xfrm>
            <a:off x="2350294" y="290217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研究对象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7DCA5A9-29D2-C2AA-95C8-498F3540DA1B}"/>
              </a:ext>
            </a:extLst>
          </p:cNvPr>
          <p:cNvSpPr txBox="1"/>
          <p:nvPr/>
        </p:nvSpPr>
        <p:spPr>
          <a:xfrm>
            <a:off x="6096000" y="295304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悟空</a:t>
            </a:r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endParaRPr lang="zh-CN" altLang="en-US" sz="2400" dirty="0">
              <a:latin typeface="思源宋体 SemiBold" panose="02020600000000000000" pitchFamily="18" charset="-122"/>
              <a:ea typeface="思源宋体 SemiBold" panose="02020600000000000000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887483C-A39B-9038-5C45-8291A482852E}"/>
              </a:ext>
            </a:extLst>
          </p:cNvPr>
          <p:cNvSpPr txBox="1"/>
          <p:nvPr/>
        </p:nvSpPr>
        <p:spPr>
          <a:xfrm>
            <a:off x="6417256" y="3565105"/>
            <a:ext cx="2550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戴荃，</a:t>
            </a:r>
            <a:r>
              <a:rPr lang="en-US" altLang="zh-CN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2015</a:t>
            </a:r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，流行音乐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CBA739-7C78-3609-C0BD-796CB422DC7B}"/>
              </a:ext>
            </a:extLst>
          </p:cNvPr>
          <p:cNvSpPr txBox="1"/>
          <p:nvPr/>
        </p:nvSpPr>
        <p:spPr>
          <a:xfrm>
            <a:off x="6096000" y="4408967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20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黑神话：悟空</a:t>
            </a:r>
            <a:r>
              <a:rPr lang="en-US" altLang="zh-CN" sz="20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r>
              <a:rPr lang="zh-CN" altLang="en-US" sz="20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游戏音乐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3E025C-18EC-4DAF-9757-5FA9B0FB3AE3}"/>
              </a:ext>
            </a:extLst>
          </p:cNvPr>
          <p:cNvSpPr txBox="1"/>
          <p:nvPr/>
        </p:nvSpPr>
        <p:spPr>
          <a:xfrm>
            <a:off x="6417256" y="4836359"/>
            <a:ext cx="4396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翟锦彦 </a:t>
            </a:r>
            <a:r>
              <a:rPr lang="en-US" altLang="zh-CN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vs 8082 Audio</a:t>
            </a:r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，</a:t>
            </a:r>
            <a:r>
              <a:rPr lang="en-US" altLang="zh-CN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2024</a:t>
            </a:r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，游戏音乐</a:t>
            </a:r>
          </a:p>
        </p:txBody>
      </p:sp>
    </p:spTree>
    <p:extLst>
      <p:ext uri="{BB962C8B-B14F-4D97-AF65-F5344CB8AC3E}">
        <p14:creationId xmlns:p14="http://schemas.microsoft.com/office/powerpoint/2010/main" val="23417412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15547D-EFA3-C9C8-306C-C307125C1C4A}"/>
              </a:ext>
            </a:extLst>
          </p:cNvPr>
          <p:cNvSpPr txBox="1"/>
          <p:nvPr/>
        </p:nvSpPr>
        <p:spPr>
          <a:xfrm>
            <a:off x="2350294" y="290217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研究问题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2790CB-11B0-6EC8-2D25-7A58B7920751}"/>
              </a:ext>
            </a:extLst>
          </p:cNvPr>
          <p:cNvSpPr txBox="1"/>
          <p:nvPr/>
        </p:nvSpPr>
        <p:spPr>
          <a:xfrm>
            <a:off x="7965281" y="291559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形象</a:t>
            </a:r>
          </a:p>
        </p:txBody>
      </p:sp>
    </p:spTree>
    <p:extLst>
      <p:ext uri="{BB962C8B-B14F-4D97-AF65-F5344CB8AC3E}">
        <p14:creationId xmlns:p14="http://schemas.microsoft.com/office/powerpoint/2010/main" val="493328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9B98C2F-0105-73C5-90C5-639C1FAB52B2}"/>
              </a:ext>
            </a:extLst>
          </p:cNvPr>
          <p:cNvSpPr txBox="1"/>
          <p:nvPr/>
        </p:nvSpPr>
        <p:spPr>
          <a:xfrm>
            <a:off x="7965281" y="291559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形象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38D6B1F-875F-84A2-8B70-175E6B1C7212}"/>
              </a:ext>
            </a:extLst>
          </p:cNvPr>
          <p:cNvSpPr txBox="1"/>
          <p:nvPr/>
        </p:nvSpPr>
        <p:spPr>
          <a:xfrm>
            <a:off x="3443288" y="207883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性格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BFBEBE-4E5E-D8CB-71C0-9CCB70C2E8E8}"/>
              </a:ext>
            </a:extLst>
          </p:cNvPr>
          <p:cNvSpPr txBox="1"/>
          <p:nvPr/>
        </p:nvSpPr>
        <p:spPr>
          <a:xfrm>
            <a:off x="3443288" y="291559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情感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D61446-7544-704D-6F6A-07210B6CF124}"/>
              </a:ext>
            </a:extLst>
          </p:cNvPr>
          <p:cNvSpPr txBox="1"/>
          <p:nvPr/>
        </p:nvSpPr>
        <p:spPr>
          <a:xfrm>
            <a:off x="3443288" y="375775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身份</a:t>
            </a:r>
          </a:p>
        </p:txBody>
      </p:sp>
    </p:spTree>
    <p:extLst>
      <p:ext uri="{BB962C8B-B14F-4D97-AF65-F5344CB8AC3E}">
        <p14:creationId xmlns:p14="http://schemas.microsoft.com/office/powerpoint/2010/main" val="9563695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A4466-101F-E7D4-0CFD-C5CF07541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E779AE9-B62A-9A72-18A5-3EA2716BD0FB}"/>
              </a:ext>
            </a:extLst>
          </p:cNvPr>
          <p:cNvSpPr txBox="1"/>
          <p:nvPr/>
        </p:nvSpPr>
        <p:spPr>
          <a:xfrm>
            <a:off x="7965281" y="291559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形象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206729-A20C-C2EC-6F66-77F1E47798FA}"/>
              </a:ext>
            </a:extLst>
          </p:cNvPr>
          <p:cNvSpPr txBox="1"/>
          <p:nvPr/>
        </p:nvSpPr>
        <p:spPr>
          <a:xfrm>
            <a:off x="3443288" y="177879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旋律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9357BD-4AD2-AFF2-D4CD-CA1B0E61BFFE}"/>
              </a:ext>
            </a:extLst>
          </p:cNvPr>
          <p:cNvSpPr txBox="1"/>
          <p:nvPr/>
        </p:nvSpPr>
        <p:spPr>
          <a:xfrm>
            <a:off x="3443288" y="261555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节奏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1FE741-EA7D-45FB-0677-E022402A8E7B}"/>
              </a:ext>
            </a:extLst>
          </p:cNvPr>
          <p:cNvSpPr txBox="1"/>
          <p:nvPr/>
        </p:nvSpPr>
        <p:spPr>
          <a:xfrm>
            <a:off x="3443288" y="345772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音色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E7478CD-4C97-424A-5839-F273DDA240B9}"/>
              </a:ext>
            </a:extLst>
          </p:cNvPr>
          <p:cNvSpPr txBox="1"/>
          <p:nvPr/>
        </p:nvSpPr>
        <p:spPr>
          <a:xfrm>
            <a:off x="3443288" y="429988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歌词</a:t>
            </a:r>
          </a:p>
        </p:txBody>
      </p:sp>
    </p:spTree>
    <p:extLst>
      <p:ext uri="{BB962C8B-B14F-4D97-AF65-F5344CB8AC3E}">
        <p14:creationId xmlns:p14="http://schemas.microsoft.com/office/powerpoint/2010/main" val="35083554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94332-9929-4C1B-B9C8-437C5845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02A7E46-0AF2-CC8B-B578-9007E9944346}"/>
              </a:ext>
            </a:extLst>
          </p:cNvPr>
          <p:cNvSpPr txBox="1"/>
          <p:nvPr/>
        </p:nvSpPr>
        <p:spPr>
          <a:xfrm>
            <a:off x="7965281" y="291559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形象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2A54A2-582A-CE02-43CE-C80B708FA14D}"/>
              </a:ext>
            </a:extLst>
          </p:cNvPr>
          <p:cNvSpPr txBox="1"/>
          <p:nvPr/>
        </p:nvSpPr>
        <p:spPr>
          <a:xfrm>
            <a:off x="3443288" y="291559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表达</a:t>
            </a:r>
          </a:p>
        </p:txBody>
      </p:sp>
    </p:spTree>
    <p:extLst>
      <p:ext uri="{BB962C8B-B14F-4D97-AF65-F5344CB8AC3E}">
        <p14:creationId xmlns:p14="http://schemas.microsoft.com/office/powerpoint/2010/main" val="30323980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1D993-BD42-D9A4-A85B-BC85BE74B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32721AB-C886-BC12-EE66-03A465BDF133}"/>
              </a:ext>
            </a:extLst>
          </p:cNvPr>
          <p:cNvSpPr txBox="1"/>
          <p:nvPr/>
        </p:nvSpPr>
        <p:spPr>
          <a:xfrm>
            <a:off x="7965281" y="291559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形象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5D916C-AF22-D645-8A84-1CA3B0249603}"/>
              </a:ext>
            </a:extLst>
          </p:cNvPr>
          <p:cNvSpPr txBox="1"/>
          <p:nvPr/>
        </p:nvSpPr>
        <p:spPr>
          <a:xfrm>
            <a:off x="3426501" y="291559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差异</a:t>
            </a:r>
          </a:p>
        </p:txBody>
      </p:sp>
    </p:spTree>
    <p:extLst>
      <p:ext uri="{BB962C8B-B14F-4D97-AF65-F5344CB8AC3E}">
        <p14:creationId xmlns:p14="http://schemas.microsoft.com/office/powerpoint/2010/main" val="24685734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911AB-01E2-5B0F-8276-65E6940BE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39419EB-157D-5250-7521-6E33C52F7E64}"/>
              </a:ext>
            </a:extLst>
          </p:cNvPr>
          <p:cNvSpPr txBox="1"/>
          <p:nvPr/>
        </p:nvSpPr>
        <p:spPr>
          <a:xfrm>
            <a:off x="5182929" y="284422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研究思路</a:t>
            </a:r>
          </a:p>
        </p:txBody>
      </p:sp>
    </p:spTree>
    <p:extLst>
      <p:ext uri="{BB962C8B-B14F-4D97-AF65-F5344CB8AC3E}">
        <p14:creationId xmlns:p14="http://schemas.microsoft.com/office/powerpoint/2010/main" val="1797443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9034B-4782-D8C0-6DA6-5CB605F95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16D657-DB55-32A6-54E6-29EF79199959}"/>
              </a:ext>
            </a:extLst>
          </p:cNvPr>
          <p:cNvSpPr txBox="1"/>
          <p:nvPr/>
        </p:nvSpPr>
        <p:spPr>
          <a:xfrm>
            <a:off x="2682616" y="284422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研究思路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2B5F9E-45FA-6534-1494-5319B9DC5FBF}"/>
              </a:ext>
            </a:extLst>
          </p:cNvPr>
          <p:cNvSpPr txBox="1"/>
          <p:nvPr/>
        </p:nvSpPr>
        <p:spPr>
          <a:xfrm>
            <a:off x="8236744" y="296733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细听</a:t>
            </a:r>
          </a:p>
        </p:txBody>
      </p:sp>
    </p:spTree>
    <p:extLst>
      <p:ext uri="{BB962C8B-B14F-4D97-AF65-F5344CB8AC3E}">
        <p14:creationId xmlns:p14="http://schemas.microsoft.com/office/powerpoint/2010/main" val="42234191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3F935-3EFD-D944-4620-3ADFFB704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2CE5D6F-3BA9-2143-21B3-337245CFB393}"/>
              </a:ext>
            </a:extLst>
          </p:cNvPr>
          <p:cNvSpPr txBox="1"/>
          <p:nvPr/>
        </p:nvSpPr>
        <p:spPr>
          <a:xfrm>
            <a:off x="2682616" y="284422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研究思路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40E88A0-AA35-C83C-B0C0-0A60413B0BD8}"/>
              </a:ext>
            </a:extLst>
          </p:cNvPr>
          <p:cNvSpPr txBox="1"/>
          <p:nvPr/>
        </p:nvSpPr>
        <p:spPr>
          <a:xfrm>
            <a:off x="7143750" y="290577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D42D1F-E789-D2E3-05CB-7609129797B9}"/>
              </a:ext>
            </a:extLst>
          </p:cNvPr>
          <p:cNvSpPr txBox="1"/>
          <p:nvPr/>
        </p:nvSpPr>
        <p:spPr>
          <a:xfrm>
            <a:off x="9186863" y="169306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歌词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AF9BC4-C6C8-B90B-0CC5-9D8679419FD6}"/>
              </a:ext>
            </a:extLst>
          </p:cNvPr>
          <p:cNvSpPr txBox="1"/>
          <p:nvPr/>
        </p:nvSpPr>
        <p:spPr>
          <a:xfrm>
            <a:off x="9186863" y="284422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画面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E3EB32-F221-283B-76DE-34F88677A27A}"/>
              </a:ext>
            </a:extLst>
          </p:cNvPr>
          <p:cNvSpPr txBox="1"/>
          <p:nvPr/>
        </p:nvSpPr>
        <p:spPr>
          <a:xfrm>
            <a:off x="9186863" y="399538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场景</a:t>
            </a:r>
          </a:p>
        </p:txBody>
      </p:sp>
    </p:spTree>
    <p:extLst>
      <p:ext uri="{BB962C8B-B14F-4D97-AF65-F5344CB8AC3E}">
        <p14:creationId xmlns:p14="http://schemas.microsoft.com/office/powerpoint/2010/main" val="3942191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B8835-7D9B-F9BD-E282-C57D355A8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C6DF073-B732-6386-220C-C9A1CEC3AC0F}"/>
              </a:ext>
            </a:extLst>
          </p:cNvPr>
          <p:cNvSpPr txBox="1"/>
          <p:nvPr/>
        </p:nvSpPr>
        <p:spPr>
          <a:xfrm>
            <a:off x="2682616" y="284422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研究思路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E0B775-FC20-90DF-FB21-7396B2A5E2E0}"/>
              </a:ext>
            </a:extLst>
          </p:cNvPr>
          <p:cNvSpPr txBox="1"/>
          <p:nvPr/>
        </p:nvSpPr>
        <p:spPr>
          <a:xfrm>
            <a:off x="7143750" y="290577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个案研究</a:t>
            </a:r>
          </a:p>
        </p:txBody>
      </p:sp>
    </p:spTree>
    <p:extLst>
      <p:ext uri="{BB962C8B-B14F-4D97-AF65-F5344CB8AC3E}">
        <p14:creationId xmlns:p14="http://schemas.microsoft.com/office/powerpoint/2010/main" val="11006552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1684D-A14E-D546-9E3D-14D348722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E1E01D9-35E9-262A-C42D-D4668DECA506}"/>
              </a:ext>
            </a:extLst>
          </p:cNvPr>
          <p:cNvSpPr txBox="1"/>
          <p:nvPr/>
        </p:nvSpPr>
        <p:spPr>
          <a:xfrm>
            <a:off x="2682616" y="284422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研究思路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FED898-C7D7-1D1F-C2AB-0251C2DBA6CC}"/>
              </a:ext>
            </a:extLst>
          </p:cNvPr>
          <p:cNvSpPr txBox="1"/>
          <p:nvPr/>
        </p:nvSpPr>
        <p:spPr>
          <a:xfrm>
            <a:off x="7143750" y="290577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纵向比较</a:t>
            </a:r>
          </a:p>
        </p:txBody>
      </p:sp>
    </p:spTree>
    <p:extLst>
      <p:ext uri="{BB962C8B-B14F-4D97-AF65-F5344CB8AC3E}">
        <p14:creationId xmlns:p14="http://schemas.microsoft.com/office/powerpoint/2010/main" val="25614051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2A7A1-521B-3381-F5E2-E7199C4F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B37C824-646B-ACD7-D4C0-1CC4D8803C0E}"/>
              </a:ext>
            </a:extLst>
          </p:cNvPr>
          <p:cNvSpPr txBox="1"/>
          <p:nvPr/>
        </p:nvSpPr>
        <p:spPr>
          <a:xfrm>
            <a:off x="2682616" y="284422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研究思路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E558521-CF48-EBA8-7A7E-94948A9AC337}"/>
              </a:ext>
            </a:extLst>
          </p:cNvPr>
          <p:cNvSpPr txBox="1"/>
          <p:nvPr/>
        </p:nvSpPr>
        <p:spPr>
          <a:xfrm>
            <a:off x="6500812" y="290577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纵向比较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FA39F4-0BBA-011F-F53C-8F7331C88FCF}"/>
              </a:ext>
            </a:extLst>
          </p:cNvPr>
          <p:cNvSpPr txBox="1"/>
          <p:nvPr/>
        </p:nvSpPr>
        <p:spPr>
          <a:xfrm>
            <a:off x="8758238" y="128861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音乐表达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F3E408-9CBF-F3E3-D800-B870F0D50FD7}"/>
              </a:ext>
            </a:extLst>
          </p:cNvPr>
          <p:cNvSpPr txBox="1"/>
          <p:nvPr/>
        </p:nvSpPr>
        <p:spPr>
          <a:xfrm>
            <a:off x="8758238" y="2382560"/>
            <a:ext cx="2274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人物</a:t>
            </a:r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&amp;</a:t>
            </a:r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叙事关系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E6ACFD-1F92-349E-01E5-5F22F8F7AF0A}"/>
              </a:ext>
            </a:extLst>
          </p:cNvPr>
          <p:cNvSpPr txBox="1"/>
          <p:nvPr/>
        </p:nvSpPr>
        <p:spPr>
          <a:xfrm>
            <a:off x="8758238" y="347650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资源运用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22259A-A048-1463-5740-96B678F43A68}"/>
              </a:ext>
            </a:extLst>
          </p:cNvPr>
          <p:cNvSpPr txBox="1"/>
          <p:nvPr/>
        </p:nvSpPr>
        <p:spPr>
          <a:xfrm>
            <a:off x="8758238" y="4570456"/>
            <a:ext cx="1659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历史</a:t>
            </a:r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&amp;</a:t>
            </a:r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时代</a:t>
            </a:r>
          </a:p>
        </p:txBody>
      </p:sp>
    </p:spTree>
    <p:extLst>
      <p:ext uri="{BB962C8B-B14F-4D97-AF65-F5344CB8AC3E}">
        <p14:creationId xmlns:p14="http://schemas.microsoft.com/office/powerpoint/2010/main" val="19543314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825EC98-5179-1037-F59C-2CA3B37BD616}"/>
              </a:ext>
            </a:extLst>
          </p:cNvPr>
          <p:cNvSpPr txBox="1"/>
          <p:nvPr/>
        </p:nvSpPr>
        <p:spPr>
          <a:xfrm>
            <a:off x="5182929" y="284422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感谢清听</a:t>
            </a:r>
          </a:p>
        </p:txBody>
      </p:sp>
    </p:spTree>
    <p:extLst>
      <p:ext uri="{BB962C8B-B14F-4D97-AF65-F5344CB8AC3E}">
        <p14:creationId xmlns:p14="http://schemas.microsoft.com/office/powerpoint/2010/main" val="228092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 smtClean="0">
            <a:latin typeface="思源宋体 SemiBold" panose="02020600000000000000" pitchFamily="18" charset="-122"/>
            <a:ea typeface="思源宋体 SemiBold" panose="02020600000000000000" pitchFamily="18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293</Words>
  <Application>Microsoft Office PowerPoint</Application>
  <PresentationFormat>宽屏</PresentationFormat>
  <Paragraphs>53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等线</vt:lpstr>
      <vt:lpstr>等线 Light</vt:lpstr>
      <vt:lpstr>思源宋体 SemiBold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shiori.franciau@outlook.com</dc:creator>
  <cp:lastModifiedBy>shiori.franciau@outlook.com</cp:lastModifiedBy>
  <cp:revision>9</cp:revision>
  <dcterms:created xsi:type="dcterms:W3CDTF">2026-10-19T11:58:47Z</dcterms:created>
  <dcterms:modified xsi:type="dcterms:W3CDTF">2026-10-19T12:37:11Z</dcterms:modified>
</cp:coreProperties>
</file>